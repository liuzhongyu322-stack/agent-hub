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00" y="5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A2540"/>
                </a:solidFill>
                <a:latin typeface="PingFang SC"/>
              </a:rPr>
              <a:t>你能收获的不止是收入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000" y="1500000"/>
            <a:ext cx="10592000" cy="12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0000" y="1850000"/>
            <a:ext cx="500000" cy="500000"/>
          </a:xfrm>
          <a:prstGeom prst="ellipse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0000" y="1700000"/>
            <a:ext cx="88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PingFang SC"/>
              </a:rPr>
              <a:t>黄金赛道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1E1E1E"/>
                </a:solidFill>
                <a:latin typeface="PingFang SC"/>
              </a:rPr>
              <a:t>踩中 AI + 算力黄金赛道
积累未来 10 年核心行业经验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000" y="2950000"/>
            <a:ext cx="10592000" cy="12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00000" y="3300000"/>
            <a:ext cx="500000" cy="500000"/>
          </a:xfrm>
          <a:prstGeom prst="ellipse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000" y="3150000"/>
            <a:ext cx="88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PingFang SC"/>
              </a:rPr>
              <a:t>能力跃升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1E1E1E"/>
                </a:solidFill>
                <a:latin typeface="PingFang SC"/>
              </a:rPr>
              <a:t>高端客户资源拓展
完整的能力培训体系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000" y="4400000"/>
            <a:ext cx="10592000" cy="12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00000" y="4750000"/>
            <a:ext cx="500000" cy="500000"/>
          </a:xfrm>
          <a:prstGeom prst="ellipse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0000" y="4600000"/>
            <a:ext cx="88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PingFang SC"/>
              </a:rPr>
              <a:t>股权分红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1E1E1E"/>
                </a:solidFill>
                <a:latin typeface="PingFang SC"/>
              </a:rPr>
              <a:t>优秀者可享项目分红、股权激励
与平台共同成长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958000"/>
            <a:ext cx="12192000" cy="900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ingFang SC"/>
              </a:rPr>
              <a:t>加入算力新基建，未来可期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392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00000" y="4058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2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2800000" y="-2800000"/>
            <a:ext cx="5600000" cy="560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00" y="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A2540"/>
                </a:solidFill>
                <a:latin typeface="PingFang SC"/>
              </a:rPr>
              <a:t>欢迎加入我们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200000"/>
            <a:ext cx="109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505050"/>
                </a:solidFill>
                <a:latin typeface="PingFang SC"/>
              </a:rPr>
              <a:t>一起做 AI 时代的建设者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46000" y="2200000"/>
            <a:ext cx="1800000" cy="6000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</a:pPr>
            <a:r>
              <a:rPr sz="2200" b="1">
                <a:solidFill>
                  <a:srgbClr val="FFFFFF"/>
                </a:solidFill>
                <a:latin typeface="PingFang SC"/>
              </a:rPr>
              <a:t>简历投递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46000" y="2485000"/>
            <a:ext cx="300000" cy="30000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46000" y="2200000"/>
            <a:ext cx="1800000" cy="6000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</a:pPr>
            <a:r>
              <a:rPr sz="2200" b="1">
                <a:solidFill>
                  <a:srgbClr val="FFFFFF"/>
                </a:solidFill>
                <a:latin typeface="PingFang SC"/>
              </a:rPr>
              <a:t>面试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46000" y="2485000"/>
            <a:ext cx="300000" cy="30000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6000" y="2200000"/>
            <a:ext cx="1800000" cy="6000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</a:pPr>
            <a:r>
              <a:rPr sz="2200" b="1">
                <a:solidFill>
                  <a:srgbClr val="FFFFFF"/>
                </a:solidFill>
                <a:latin typeface="PingFang SC"/>
              </a:rPr>
              <a:t>入职培训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46000" y="2485000"/>
            <a:ext cx="300000" cy="30000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46000" y="2200000"/>
            <a:ext cx="1800000" cy="6000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</a:pPr>
            <a:r>
              <a:rPr sz="2200" b="1">
                <a:solidFill>
                  <a:srgbClr val="FFFFFF"/>
                </a:solidFill>
                <a:latin typeface="PingFang SC"/>
              </a:rPr>
              <a:t>正式上岗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0000" y="3300000"/>
            <a:ext cx="10192000" cy="16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00000" y="3600000"/>
            <a:ext cx="959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400" b="1">
                <a:solidFill>
                  <a:srgbClr val="0A2540"/>
                </a:solidFill>
                <a:latin typeface="PingFang SC"/>
              </a:rPr>
              <a:t>招聘流程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1E1E1E"/>
                </a:solidFill>
                <a:latin typeface="PingFang SC"/>
              </a:rPr>
              <a:t>简历投递 → 面试 → 入职培训 → 正式上岗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1E1E1E"/>
                </a:solidFill>
                <a:latin typeface="PingFang SC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400" b="1">
                <a:solidFill>
                  <a:srgbClr val="0A2540"/>
                </a:solidFill>
                <a:latin typeface="PingFang SC"/>
              </a:rPr>
              <a:t>联系方式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1E1E1E"/>
                </a:solidFill>
                <a:latin typeface="PingFang SC"/>
              </a:rPr>
              <a:t>邮箱：hr@company.com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1E1E1E"/>
                </a:solidFill>
                <a:latin typeface="PingFang SC"/>
              </a:rPr>
              <a:t>电话：400-XXX-XXXX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1E1E1E"/>
                </a:solidFill>
                <a:latin typeface="PingFang SC"/>
              </a:rPr>
              <a:t>地址：XX市XX区XX路XX号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958000"/>
            <a:ext cx="12192000" cy="900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ingFang SC"/>
              </a:rPr>
              <a:t>期待与你相遇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